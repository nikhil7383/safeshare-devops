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Fact Finding – Observation Method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046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  <a:gridCol w="1828800"/>
                <a:gridCol w="1828800"/>
              </a:tblGrid>
              <a:tr h="381000">
                <a:tc>
                  <a:txBody>
                    <a:bodyPr/>
                    <a:lstStyle/>
                    <a:p>
                      <a:r>
                        <a:t>Feature /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Traditional Taxi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Uber/Ola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GoCab (Proposed)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Real-time Cab 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Fare Estimation Before 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Online 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Booking via Web/Desktop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t>Simple Interface for All 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